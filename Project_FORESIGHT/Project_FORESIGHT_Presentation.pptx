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8FEF8-EA84-4530-82A7-4C12D870C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247C8-21F7-4F9A-9B1D-B4102E112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92F0C-F66B-442D-8B21-0CCADB62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124EB-B39E-4262-93A4-F29FD0E3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6731D-FA61-4572-BBFC-734C6ECA4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23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2C5A5-1BAB-4FB8-A3C2-CB52A6D2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162A-36A6-4A72-8E7C-60AFF5411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67A32-5B2C-4B36-886C-BB57E5FB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C0B74-160B-4F79-8B23-B5201854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2BD1-2D63-491B-83F8-4175B371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000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E39D-19C3-44E9-8C3B-893445BF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74CF-0D3E-4B3F-B029-BE558E7CE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A7F0-A98F-44CF-A174-33C6B8801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D14A8-06CF-4E78-8543-215740DE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C4B5-5485-474F-AD0C-5E99AAD8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AA059-2008-440A-B316-EE9820D2D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F820-395A-453A-9687-BA1497911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C5AC1-8034-427F-BAA1-E0F6BF9FA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D1FE2-9EE0-4B31-95E1-C314E2FC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C3D36-3842-4CAD-AE44-1AEC3172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14F56-07BD-457E-9CAC-D62FB055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56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1972-DA78-45B9-B5C9-90294AE83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D0361-3FCD-4FE8-AC80-8E3D8BD38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5BF8E-84CC-4DCF-8C44-25AA80796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7D529-4D71-4268-9A85-6470C53E3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2D915-5F05-4BE8-9127-13EA885C9C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3D27D-EC9F-4A1A-AE8C-8CE7BF15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B6877-F197-4033-B720-602B9607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B4906-8C4F-4B84-B560-FFB18073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48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5652-D5F8-427B-BD9A-D1490996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1E00A-B672-44D5-8D4D-0E84F396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0EAC33-B801-4EFF-AC1D-016E5454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F3BDC-E31F-4575-AC6B-C7ECE591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05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54D2B-69EA-475A-A98E-550C4B3EC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78691-7096-4B2B-BE73-A584B6881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A53DF-2EF2-48AC-B09D-C933567C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5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EED9-9AFC-4ABC-9CBE-A7FB05AA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93252-43C9-4A13-8FD1-9FA604BD2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20D060-5F05-471B-9134-FAE9966EB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2748A-2710-4D1C-9F25-260F3536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E298C-4749-4A93-AECF-E1951EB0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7868A-34C7-4F27-B0D3-45B8570AB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63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7C388-23AA-4C16-B0C8-FB5222D2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B4B16A-C5FC-468B-A57E-3C04BAE6B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6E63D-330B-4B9D-A8AE-FC4288AFB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D18D4-A621-400A-8205-D19CF2DD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6CD1B-CCDD-4473-81B7-56CCFDFE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1436-D536-41CB-B1E3-FBEF7BEF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85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C89B-8B43-427A-96B8-E93F4C74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0FEA5-0213-4DC8-9E2B-9032B18D9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E44D2-2ABF-470B-B274-D9F61D39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7A6EC-958B-412B-A75B-6D3270DE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FD3E8-C0D0-4E88-B335-25B8E0AE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5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45426-3601-4BFE-8102-3684BBE4B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54CC1-822B-4E57-9AA0-B7FCE1BEF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6D56-5B78-458C-95BD-ED1C4DDC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9C1F3-D56B-40D2-912B-4CA45F63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4187-8029-422D-B21D-D6612F41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326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A4FD7-D7A5-4181-B798-5BA3E24C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9745D-DEC7-487B-9327-31E0C034B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C9DF3-5A28-4CE7-9F89-5ADD02AF9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80D9C-732B-4AD3-95C0-4F31EBE1BDA6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756B0-FE77-46CF-B9A1-8CC225FA4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3FEDE-6CA2-4515-8A7B-5AFD6685A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6742D-6805-4E76-8711-32C23C0E8B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39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C700-CBD4-40EB-9857-D786BE9668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FORESIGHT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D44F9D-4134-4526-89A4-CDC4F79C6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AI-Powered Demand &amp; Inventory Intelligence Platform</a:t>
            </a:r>
          </a:p>
          <a:p>
            <a:endParaRPr lang="en-US" dirty="0"/>
          </a:p>
          <a:p>
            <a:r>
              <a:rPr lang="en-US" dirty="0"/>
              <a:t>Developed by:</a:t>
            </a:r>
          </a:p>
          <a:p>
            <a:r>
              <a:rPr lang="en-US" dirty="0"/>
              <a:t>Ganesh Appam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43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C92B-268D-4028-8F96-720BB768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A4081-C05B-41B8-B8BE-1C63FCE27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AI-powered demand forecasting platform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Inventory Intelligence Dashboard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Power BI Data Visualization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Business Intelligence Reporting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Predictive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22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44B-C35E-4D08-ADA0-736EB959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EF302-D25E-4E8D-A247-0787B4ED8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Forecast product demand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Monitor inventory levels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Reduce stockout risk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Improve inventory planning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• Analyze sales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71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3245-A9E6-439E-ADBA-4A33ABFB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DD81-E196-41D1-B8F7-CBD0B4AB4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sales_daily.csv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inventory_snapshots.csv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sku_master.csv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calendar.csv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Total Records: 100+</a:t>
            </a:r>
          </a:p>
        </p:txBody>
      </p:sp>
    </p:spTree>
    <p:extLst>
      <p:ext uri="{BB962C8B-B14F-4D97-AF65-F5344CB8AC3E}">
        <p14:creationId xmlns:p14="http://schemas.microsoft.com/office/powerpoint/2010/main" val="136202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8D14-F602-4FD3-B3D0-850EFCB5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4FB7-E323-4EB6-B717-F04F317B9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Power BI Desktop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Excel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Data Modeling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Business Intelligence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35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6F5B3-3757-4D1D-A6B4-52DF8B47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Dashboards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6E0D-69E5-4AD2-8859-262405143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Executive Dashboard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Inventory Dashboard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Risk Analysis Dashboard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Demand Forecast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52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7B9F-EF68-4A1B-8AFF-AC917C86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038A6-9270-4E97-89C8-007BEF7EC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Top Selling Products Identified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Revenue by Category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Inventory Risk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Sales Trend Analysis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Demand Forecast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28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3B4C8-4B8F-44D0-AD49-13AC2E33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8D26A-A13A-4975-8872-7E775600F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Power BI dashboards help organizations</a:t>
            </a:r>
          </a:p>
          <a:p>
            <a:pPr marL="0" indent="0">
              <a:buNone/>
            </a:pPr>
            <a:r>
              <a:rPr lang="en-US" dirty="0"/>
              <a:t>monitor sales, inventory and demand.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project supports better inventory</a:t>
            </a:r>
          </a:p>
          <a:p>
            <a:pPr marL="0" indent="0">
              <a:buNone/>
            </a:pPr>
            <a:r>
              <a:rPr lang="en-US" dirty="0"/>
              <a:t>planning and business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942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Project FORESIGHT</vt:lpstr>
      <vt:lpstr>Project Overview</vt:lpstr>
      <vt:lpstr>Project Objectives</vt:lpstr>
      <vt:lpstr>Dataset Information</vt:lpstr>
      <vt:lpstr>Tools &amp; Technologies</vt:lpstr>
      <vt:lpstr>Dashboards Created</vt:lpstr>
      <vt:lpstr>Key Insights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FORESIGHT</dc:title>
  <dc:creator>Ganesh</dc:creator>
  <cp:lastModifiedBy>Ganesh</cp:lastModifiedBy>
  <cp:revision>1</cp:revision>
  <dcterms:created xsi:type="dcterms:W3CDTF">2026-07-05T03:14:26Z</dcterms:created>
  <dcterms:modified xsi:type="dcterms:W3CDTF">2026-07-05T03:14:26Z</dcterms:modified>
</cp:coreProperties>
</file>